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Intelligent AI Food Demand Prediction Platform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Fall 2026-27 Review II: Requirements Analysis, Architecture &amp; 20% Prototype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Team: B.Tech CSE (AI/ML), VIT Chennai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Target: Optimizing Daily Kitchen Preparation &amp; Preventing Food Waste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Focus: Multi-Factor Machine Learning &amp; Decision Analytics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Problem Statement &amp; Justification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Addressing Food Waste in Campus &amp; Commercial Canteens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Problem: Fluctuating daily demand causes severe food waste or food shortages.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Operational Pain Point: Manual estimation relies on static guesswork.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Core Question Targeted: 'How much food should we prepare today?'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Economic &amp; Environmental Impact: Food waste leads to direct financial loss and elevated carbon emissions (2.5 kg CO2e per kg wasted).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System Requirements Analysis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Functional &amp; Non-Functional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Functional Requirement 1: Ingest multi-variable context (Historical logs, headcount, weather, calendar).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Functional Requirement 2: Predict exact demand quantities (Kg) using ensemble ML algorithms.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Functional Requirement 3: Provide Explainable AI (XAI) output drivers to build kitchen staff trust.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Functional Requirement 4: Calculate financial risk (₹) and landfill carbon footprint (CO2e).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Non-Functional Requirements: Response time &lt; 300ms, modular API backend, intuitive visual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System Architecture &amp; Operational Pipeline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End-to-End Data &amp;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Layer 1 (Data Ingestion): Historical consumption logs + real-time environmental context.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Layer 2 (ML Inference): Random Forest Regressor engine trained on non-linear demand patterns.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Layer 3 (Decision &amp; XAI Support): Operational buffer calculation (+5%) + rule-based feature drivers.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Layer 4 (Presentation UI): Streamlit interactive dashboard with real-time Plotly gauges.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Tool &amp; Technology Stack Selection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Justification for Technical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Frontend &amp; Prototyping: Streamlit (Rapid, interactive dashboarding for live panel review).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Machine Learning Framework: Scikit-Learn (Random Forest Regressor for robust tabular forecasting).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Data Processing: Pandas &amp; NumPy (Time-series aggregation and feature engineering).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Data Visualization: Plotly (Dynamic gauge tracking prep thresholds vs. predicted demand).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20% Prototype Demonstration &amp; Key Features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Delivering an End-to-End Tracer Bullet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Multi-Variable Prediction: Ingests past consumption, expected headcount, day type, and weather forecast.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Real-Time Analytics: Instant calculation of demand, surplus risk, shortage deficits, and safety buffers.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Dual-Impact Metrics: Converts food waste volume into financial loss (₹) and CO2e emissions.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Explainable AI (XAI): Generates natural language summaries explaining prediction drivers.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240"/>
                </a:solidFill>
              </a:defRPr>
            </a:pPr>
            <a:r>
              <a:t>Project Roadmap &amp; Upcoming Milestones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Plan for Review III (30% Target) &amp; Beyond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Review III Target (Oct 2026 - 30%): Automated weather API integration + benchmarking XGBoost &amp; LightGBM.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Review IV Target (Jan 2027 - 50%): PostgreSQL backend + FastAPI REST microservice integration.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Review V Target (Mar 2027 - 80%): SHAP/LIME integration + field deployment in campus canteen.</a:t>
            </a:r>
          </a:p>
          <a:p>
            <a:pPr>
              <a:spcAft>
                <a:spcPts val="1200"/>
              </a:spcAft>
              <a:defRPr sz="1800">
                <a:solidFill>
                  <a:srgbClr val="1E1E1E"/>
                </a:solidFill>
              </a:defRPr>
            </a:pPr>
            <a:r>
              <a:t>• Review VI Target (Apr 2027 - 100%): Final Open House presentation &amp; full report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